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Métriques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Précision</c:v>
                  </c:pt>
                  <c:pt idx="1">
                    <c:v>Reject (complément)</c:v>
                  </c:pt>
                  <c:pt idx="2">
                    <c:v>Faux positif (complément)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6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4F7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9144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7772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Reconnaissance Faciale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Raspberry Pi 4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486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31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MAHMOUDI LASSAAD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MOHAMED NAOUI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1089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Nationale d'Ingénieurs de Gabès (ENIG) – Département GEA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ENIG – GEA 2 | 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1887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23444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27048" y="11247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19456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9456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5488" y="242316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6888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27048" y="23591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du Système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65760" y="342900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42900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365760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70332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27048" y="35935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Matériels &amp; Algorithme LBPH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754880" y="96012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96012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64608" y="118872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6460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12344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16168" y="112471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4754880" y="219456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754880" y="219456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864608" y="242316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86460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468880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916168" y="23591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4754880" y="3429000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54880" y="3429000"/>
            <a:ext cx="64008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864608" y="3657600"/>
            <a:ext cx="457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6460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3703320"/>
            <a:ext cx="411480" cy="41148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916168" y="359359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4023360" cy="3657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Essor des systèmes embarqués et nano-ordinateurs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déployée localement à faible coût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: puissance suffisante pour de la vision temps réel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: application biométrique non intrusive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60520" cy="3657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un système de reconnaissance faciale fiable, autonome et peu coûteux, fonctionnant en temps réel avec 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Caméra USB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Écran HDMI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sans serveur distant ni accélérateur matériel dédié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2606040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005840"/>
            <a:ext cx="50292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 USB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 @ 30 FPS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63240" y="2286000"/>
            <a:ext cx="2743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2176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37560" y="96012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37560" y="960120"/>
            <a:ext cx="260604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05840"/>
            <a:ext cx="50292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347472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+ LBPH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0" y="2286000"/>
            <a:ext cx="274320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53328" y="217627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17920" y="960120"/>
            <a:ext cx="26060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960120"/>
            <a:ext cx="26060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005840"/>
            <a:ext cx="50292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1792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355080" y="2057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HDMI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+ Score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347472" y="4023360"/>
            <a:ext cx="8458200" cy="77724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02920" y="40965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clés : autonomie locale · min. 5 FPS · extensible sans ré-entraînement · affichage nom + score de confiance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LBPH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57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144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41248" y="914400"/>
            <a:ext cx="795528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932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en cellules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grille sur image 200×200 px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691640"/>
            <a:ext cx="457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916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1691640"/>
            <a:ext cx="795528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709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LBP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199339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pixel central vs 8 voisins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468880"/>
            <a:ext cx="457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688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41248" y="2468880"/>
            <a:ext cx="795528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 par cellule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bins par cellule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246120"/>
            <a:ext cx="457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461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41248" y="3246120"/>
            <a:ext cx="7955280" cy="5943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5478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 64 × 256 dimensions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" y="4023360"/>
            <a:ext cx="457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233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1248" y="4023360"/>
            <a:ext cx="7955280" cy="5943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χ²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3251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70 : reconnu ou « Inconnu »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828032"/>
            <a:ext cx="86868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R=1 pixel · P=8 voisins · Grille 8×8 · Seuil de confiance = 70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 – 3 Scripts Python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27432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22960"/>
            <a:ext cx="2743200" cy="548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4630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8912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1 : Collecte du Dataset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50 ROI par utilisateur via Haar cascade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Dataset/&lt;prénom&gt;/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" y="4023360"/>
            <a:ext cx="25603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face_dataset.py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18104" y="24688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73552" y="822960"/>
            <a:ext cx="27432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73552" y="822960"/>
            <a:ext cx="274320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73552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46304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64992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2 : Entraînement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64992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 le modèle LBPH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model.yml + labels.pkl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64992" y="4023360"/>
            <a:ext cx="25603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64992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face_train.py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044184" y="246888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199632" y="822960"/>
            <a:ext cx="274320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99632" y="822960"/>
            <a:ext cx="27432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199632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</a:t>
            </a:r>
            <a:endParaRPr lang="en-US" sz="15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46304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91072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3 : Reconnaissance Temps Réel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91072" y="265176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Détecte, identifie et affiche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 + Score de confiance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91072" y="4023360"/>
            <a:ext cx="2560320" cy="228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91072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face_recognition_app.py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47472" y="4434840"/>
            <a:ext cx="8458200" cy="502920"/>
          </a:xfrm>
          <a:prstGeom prst="rect">
            <a:avLst/>
          </a:prstGeom>
          <a:solidFill>
            <a:srgbClr val="E0F2FE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0292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: Capture → Miroir → Niveaux de gris → Égalisation → Haar → ROI → LBPH → Décision → Affichage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6868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68680"/>
            <a:ext cx="19659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globale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86868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96312" y="868680"/>
            <a:ext cx="196596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496312" y="1664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traitement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5152" y="86868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45152" y="868680"/>
            <a:ext cx="196596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645152" y="1664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93992" y="868680"/>
            <a:ext cx="19659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93992" y="868680"/>
            <a:ext cx="196596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9601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793992" y="166420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CPU (1 cœur)</a:t>
            </a:r>
            <a:endParaRPr lang="en-US" sz="11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47472" y="2331720"/>
          <a:ext cx="50292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331720"/>
            <a:ext cx="3200400" cy="2377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test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669280" y="283464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sujets, 50 photos/personne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: bureau, couloir, lumière naturelle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: 0,5 m à 1,5 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: 640×480 @ 30 FPS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confiance : 70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Perspectives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804672"/>
            <a:ext cx="39319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04672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503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804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129844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94% pour usage domestique / démo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FPS : interaction fluide et réactive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30% : marge pour d'autres processus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positifs &lt; 1% : fiable pour la sécurité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" y="2971800"/>
            <a:ext cx="39319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2971800"/>
            <a:ext cx="3931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0175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Observées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02920" y="3465576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inclinaison de tête / occlusion partielle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 très faible : Haar cascade échoue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70 à ajuster selon les utilisateurs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804672"/>
            <a:ext cx="4224528" cy="399592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804672"/>
            <a:ext cx="4224528" cy="411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850392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47488" y="8046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709160" y="1298448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Haar par MTCNN (robustesse aux poses)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MobileNetV2 via TensorFlow Lite (&gt; 99%)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mécanisme anti-spoofing (clignement des yeux)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interface d'administration sur écran tactile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" y="822960"/>
            <a:ext cx="8458200" cy="13716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8138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a démontré la faisabilité d'un système de reconnaissance faciale embarqué, autonome et temps réel sur Raspberry Pi 4. Sans serveur distant ni accélérateur dédié, le système atteint 94% de précision à 8–9 FPS avec une utilisation CPU de seulement 30%.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2377440"/>
            <a:ext cx="269748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45059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9992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de 94%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7472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LBPH via OpenCV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27832" y="2377440"/>
            <a:ext cx="269748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45059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7832" y="29992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: 8–9 FPS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27832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fluide et réactive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08192" y="2377440"/>
            <a:ext cx="269748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450592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08192" y="29992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coût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08192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standard accessible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47472" y="3931920"/>
            <a:ext cx="8458200" cy="6858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3959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intégration CNN léger (MobileNetV2 / TensorFlow Lite) → &gt; 99% de précision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– MAHMOUDI LASSAAD | ENIG 2025–2026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de Reconnaissance Faciale – Raspberry Pi</dc:title>
  <dc:subject>PptxGenJS Presentation</dc:subject>
  <dc:creator>PptxGenJS</dc:creator>
  <cp:lastModifiedBy>PptxGenJS</cp:lastModifiedBy>
  <cp:revision>1</cp:revision>
  <dcterms:created xsi:type="dcterms:W3CDTF">2026-05-22T01:25:53Z</dcterms:created>
  <dcterms:modified xsi:type="dcterms:W3CDTF">2026-05-22T01:25:53Z</dcterms:modified>
</cp:coreProperties>
</file>